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CBT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B5F6"/>
                </a:solidFill>
                <a:latin typeface="Calibri"/>
              </a:defRPr>
            </a:pPr>
            <a:r>
              <a:t>AI-Powered Cognitive Behavioral Therapy using Beck's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8404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How we implemented evidence-based therapy in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What is Beck's CBT?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Developed by Dr. Aaron T. Beck (1960s) - the gold standard of talk therapy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Core idea: It's not events that upset us, it's how we THINK about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Therapist helps patient identify distorted thoughts and replace them with balanced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Uses structured sessions with standardized tools (BDI-II, Thought Records)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Backed by 50+ years of clinical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4846320" cy="16459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The CBT Model (Beck's Cognitive Triangle)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349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Situation  -&gt;  Automatic Thought  -&gt;  Emotion  -&gt;  Behavior</a:t>
            </a:r>
            <a:br/>
            <a:r>
              <a:t>          Change the thought  =  Change the feeling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How We Built It - 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7BF5"/>
                </a:solidFill>
                <a:latin typeface="Calibri"/>
              </a:defRPr>
            </a:pPr>
            <a:r>
              <a:t>32-State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Full Beck session structure</a:t>
            </a:r>
            <a:br/>
            <a:r>
              <a:t>from assessment to closing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4DFF"/>
                </a:solidFill>
                <a:latin typeface="Calibri"/>
              </a:defRPr>
            </a:pPr>
            <a:r>
              <a:t>3-Agent AI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Mirrors real therapist roles:</a:t>
            </a:r>
            <a:br/>
            <a:r>
              <a:t>questioner, analyzer, treater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20040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Severity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Adapts treatment path based</a:t>
            </a:r>
            <a:br/>
            <a:r>
              <a:t>on patient's depression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Backend: Python / Flask API deployed on HuggingFace Spaces (Docker)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LLM: Groq API with LLaMA 3.3 70B - generates warm, therapeutic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Database: Turso (libSQL) - stores sessions, BDI scores, patient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Auth: JWT-based user authentication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Session Flow - Matches Beck's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PRE-SESSION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916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1. BDI-II Assessment  -  21-item depression screening (Beck et al., 1996)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391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2. Bridge  -  Connect to previous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8658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3. Homework Review  -  Check on assigned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3405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4. Agenda Setting  -  Collaboratively decide today's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8152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5. Psychoeducation  -  Teach the CBT model (Session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17BF5"/>
                </a:solidFill>
                <a:latin typeface="Calibri"/>
              </a:defRPr>
            </a:pPr>
            <a:r>
              <a:t>CORE THERAPY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6. Severity Routing  -  Choose treatment path by BDI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70831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7. Cognitive Restructuring  -  Beck's 6 Socratic Questions (see next slide)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18303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 OR  Behavioral Activation  -  For severe depression (BDI &gt;= 29)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POST-SESSION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601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8. Schema Check  -  Identify core beliefs (Session 4+)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007607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9. Thought Record (DRDT)  -  Generate Beck's 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3550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10. Summary + Feedback  -  Patient states takeaways in own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97687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Source: full_protocol.py - 32 states total, mirrors Beck (1979) session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Core: Beck's 6 Socratic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From Judith Beck's Cognitive Behavior Therapy: Basics and Beyond (2020)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Examining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evidence supports this thought? What evidence is against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00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Q1_EVIDENCE_FOR / Q1_EVIDENCE_AGAINST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Alternative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50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Is there another way to look at this situation?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50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Q2_ALTERNATIVE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54096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9815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0998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Decatastrophizing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99815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What's the worst / best / most realistic outcome?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09981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Q3_WORST / Q3_BEST / Q3_REALISTIC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03904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96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49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Effect of Believing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8496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How does holding this thought affect you?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4962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Q4_EFFECT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53712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994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599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Double 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99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would you tell a friend with this same thought?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99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Q5_FRIEND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10698480" cy="65836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17BF5"/>
                </a:solidFill>
                <a:latin typeface="Calibri"/>
              </a:defRPr>
            </a:pPr>
            <a: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Action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can you do about this situation?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Q6_ACTION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90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9800"/>
                </a:solidFill>
                <a:latin typeface="Calibri"/>
              </a:defRPr>
            </a:pPr>
            <a:r>
              <a:t>Each question = a separate state in our state machine. User answers one at a time, just like real therapy.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3-Agent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Mirrors how a real CBT therapist thinks and 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17BF5"/>
                </a:solidFill>
                <a:latin typeface="Calibri"/>
              </a:defRPr>
            </a:pPr>
            <a:r>
              <a:t>Agent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Warm Questioner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VALIDATE through Q6_ACTION (13 states)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Validates emotions, asks Beck's Socratic questions one</a:t>
            </a:r>
            <a:br/>
            <a:r>
              <a:t>at a time, captures belief ratings and emotions.</a:t>
            </a:r>
            <a:br/>
            <a:r>
              <a:t>Warm and empathic tone throughout.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C4DFF"/>
                </a:solidFill>
                <a:latin typeface="Calibri"/>
              </a:defRPr>
            </a:pPr>
            <a:r>
              <a:t>Agent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Clinical Summarizer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SUMMARIZING (1 internal state)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Analyzes all patient responses internally.</a:t>
            </a:r>
            <a:br/>
            <a:r>
              <a:t>Finds contradictions in the evidence.</a:t>
            </a:r>
            <a:br/>
            <a:r>
              <a:t>Patient never sees this - just like a real therapist's notes.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CAF50"/>
                </a:solidFill>
                <a:latin typeface="Calibri"/>
              </a:defRPr>
            </a:pPr>
            <a:r>
              <a:t>Agent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Treatment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9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Handles: DELIVER_REFRAME through COMPLETE (6 states)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004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Delivers balanced thought using patient's OWN words.</a:t>
            </a:r>
            <a:br/>
            <a:r>
              <a:t>Re-rates belief and emotion (measures change).</a:t>
            </a:r>
            <a:br/>
            <a:r>
              <a:t>Creates homework / behavioral experiment.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Source: groq_client.py (Agents 1-3) + beck_agents.py (extended protocol agents)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BDI-II: Beck's Own Assessment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We implement the full Beck Depression Inventory-II (Beck et al., 1996)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All 21 BDI-II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Sadness, Pessimism, Past Failure, Loss of Pleasure,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Guilty Feelings, Punishment Feelings, Self-Dislike,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Self-Criticalness, Suicidal Thoughts (CRISIS ITEM),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Crying, Agitation, Loss of Interest, Indecisiveness,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Worthlessness, Loss of Energy, Sleep Changes,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Irritability, Appetite Changes, Concentration,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Tiredness, Loss of Interest in Sex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Scoring (Beck's exact cutoffs)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0 - 13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Minimal depression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EB3B"/>
                </a:solidFill>
                <a:latin typeface="Calibri"/>
              </a:defRPr>
            </a:pPr>
            <a:r>
              <a:t>14 - 19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Mild depression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20 - 28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Moderate depression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  <a:latin typeface="Calibri"/>
              </a:defRPr>
            </a:pPr>
            <a:r>
              <a:t>29 - 63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519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Severe depression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1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Calibri"/>
              </a:defRPr>
            </a:pPr>
            <a:r>
              <a:t>Each item scored 0-3 by patient</a:t>
            </a:r>
            <a:br/>
            <a:r>
              <a:t>Item 9 (Suicidal Thoughts) triggers crisis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Smart Treatment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Based on Beck et al. (1979): Severely depressed patients need behavioral activation BEFORE cognitive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5350"/>
                </a:solidFill>
                <a:latin typeface="Calibri"/>
              </a:defRPr>
            </a:pPr>
            <a:r>
              <a:t>SEVERE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&gt;= 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Behavioral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Too depressed for thought work.</a:t>
            </a:r>
            <a:br/>
            <a:r>
              <a:t>Focus on DOING, not thinking.</a:t>
            </a:r>
            <a:br/>
            <a:br/>
            <a:r>
              <a:t>1. Activity Monitoring</a:t>
            </a:r>
            <a:br/>
            <a:r>
              <a:t>2. Activity Scheduling</a:t>
            </a:r>
            <a:br/>
            <a:r>
              <a:t>3. Graded Task Assignment</a:t>
            </a:r>
            <a:br/>
            <a:br/>
            <a:r>
              <a:t>"Activity precedes mood change"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17BF5"/>
                </a:solidFill>
                <a:latin typeface="Calibri"/>
              </a:defRPr>
            </a:pPr>
            <a:r>
              <a:t>MILD / MODERATE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14-28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Cognitive Restructuring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Standard Beck protocol.</a:t>
            </a:r>
            <a:br/>
            <a:r>
              <a:t>The 6 Socratic Questions.</a:t>
            </a:r>
            <a:br/>
            <a:br/>
            <a:r>
              <a:t>Identify distorted thought</a:t>
            </a:r>
            <a:br/>
            <a:r>
              <a:t>-&gt; Examine evidence</a:t>
            </a:r>
            <a:br/>
            <a:r>
              <a:t>-&gt; Generate balanced thought</a:t>
            </a:r>
            <a:br/>
            <a:r>
              <a:t>-&gt; Measure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4572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RECOVERED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94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BDI &lt; 14 (3+ sessions)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Relapse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089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Patient is getting better!</a:t>
            </a:r>
            <a:br/>
            <a:r>
              <a:t>Prepare for independence.</a:t>
            </a:r>
            <a:br/>
            <a:br/>
            <a:r>
              <a:t>1. Celebrate BDI progress</a:t>
            </a:r>
            <a:br/>
            <a:r>
              <a:t>2. Identify warning signs</a:t>
            </a:r>
            <a:br/>
            <a:r>
              <a:t>3. Build coping plan</a:t>
            </a:r>
            <a:br/>
            <a:r>
              <a:t>4. Space out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Advanced Beck Techniques We Implement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7C4DFF"/>
                </a:solidFill>
                <a:latin typeface="Calibri"/>
              </a:defRPr>
            </a:pPr>
            <a:r>
              <a:t>Downward Arrow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353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Drills from surface thought to CORE BELIEF in 3-5 levels.</a:t>
            </a:r>
            <a:br/>
            <a:r>
              <a:t>"If that were true, what would it mean about you?"</a:t>
            </a:r>
            <a:br/>
            <a:r>
              <a:t>Identifies: Helplessness / Unlovability / Worthlessness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353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schema_agent() in beck_agents.py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17BF5"/>
                </a:solidFill>
                <a:latin typeface="Calibri"/>
              </a:defRPr>
            </a:pPr>
            <a:r>
              <a:t>Daily Record of Dysfunctional Thoughts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87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Auto-generates Beck's DRDT worksheet after each session:</a:t>
            </a:r>
            <a:br/>
            <a:r>
              <a:t>Situation -&gt; Thought -&gt; Emotion -&gt; Evidence -&gt; Balanced Thought -&gt;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drdt_agent() in beck_agents.py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CAF50"/>
                </a:solidFill>
                <a:latin typeface="Calibri"/>
              </a:defRPr>
            </a:pPr>
            <a:r>
              <a:t>Collaborative Empiricism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221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Patient and therapist work TOGETHER - not top-down.</a:t>
            </a:r>
            <a:br/>
            <a:r>
              <a:t>Agenda is set collaboratively. Feedback is explicitly requested.</a:t>
            </a:r>
            <a:br/>
            <a:r>
              <a:t>Patient restates takeaways in own words (guards against compliance).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agenda_setting_agent(), feedback_agent()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79"/>
            <a:ext cx="10698480" cy="10972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566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800"/>
                </a:solidFill>
                <a:latin typeface="Calibri"/>
              </a:defRPr>
            </a:pPr>
            <a:r>
              <a:t>Behavioral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05663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Beck (1979)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5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Each session ends with a small, testable action plan.</a:t>
            </a:r>
            <a:br/>
            <a:r>
              <a:t>Reviewed at start of next session as homework.</a:t>
            </a:r>
            <a:br/>
            <a:r>
              <a:t>Turns therapy insights into real-world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0566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ACTION_PLAN state in prompts.py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All 32 States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Calibri"/>
              </a:defRPr>
            </a:pPr>
            <a:r>
              <a:t>PRE-SESSION (6)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5760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BDI_ASSESSMENT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4447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Screen depression (21 items)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365760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7647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Connect to last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365760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848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HOMEWORK_REVIEW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84831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Check assigned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365760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048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AGENDA_SETTING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0487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Pick today's focus together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97480"/>
            <a:ext cx="365760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24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PSYCHOEDUCATION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7249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Teach CBT model (Session 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65760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44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SEVERITY_ROUTING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044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Pick treatment path by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Routes by BDI:  &gt;= 29 Severe  |  14-28 Moderate  |  &lt; 14 Recovered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17BF5"/>
                </a:solidFill>
                <a:latin typeface="Calibri"/>
              </a:defRPr>
            </a:pPr>
            <a:r>
              <a:t>COGNITIVE FLOW (20 states)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1417320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14356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435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Acknowledge the pain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1700784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7190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RATE_BELIEF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1719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How much you believe it? 0-100%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1984248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20025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CAPTURE_EMOTION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0025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What emotion comes up?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267712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286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RATE_EMOTION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286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How intense? 0-100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551176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25694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Q1: EVIDENCE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5694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What supports this thought?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2834640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28529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Q1: EVIDENCE AGAINST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2852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Any exceptions?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0" y="3118104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31363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Q2: ALTERNATIVE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313639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Another explanation?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3401568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34198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Q3: WORST / BEST / REALISTIC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34198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Decatastrophize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3685032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3703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Q4: EFFECT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703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How does believing it affect you?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0" y="3968496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398678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Q5: FRIEND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398678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What would you tell a friend?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0" y="4251959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63440" y="427024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Q6: ACTION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427024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What can you do about it?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0" y="4535423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55371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4DFF"/>
                </a:solidFill>
                <a:latin typeface="Calibri"/>
              </a:defRPr>
            </a:pPr>
            <a:r>
              <a:t>SUMMARIZING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455371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Internal analysis (hidden)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0" y="4818887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0" y="483717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DELIVER_REFRAME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0" y="483717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Balanced thought from YOUR words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0" y="5102351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63440" y="512063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RATE_NEW + RERATE OLD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512063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Measure belief shift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0" y="5385815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63440" y="540410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RERATE_EMOTION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540410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Measure emotion change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0" y="5669279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0" y="568756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ACTION_PLAN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5687567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Homework for the week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0" y="5952743"/>
            <a:ext cx="4114800" cy="256032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63440" y="5971031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17BF5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0" y="597103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Celebrate progress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5350"/>
                </a:solidFill>
                <a:latin typeface="Calibri"/>
              </a:defRPr>
            </a:pPr>
            <a:r>
              <a:t>BEHAVIORAL ACT. (3)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44000" y="1417320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35440" y="14447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  <a:latin typeface="Calibri"/>
              </a:defRPr>
            </a:pPr>
            <a:r>
              <a:t>BA_MONITORING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9920" y="14447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Track daily activities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44000" y="1737360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35440" y="17647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  <a:latin typeface="Calibri"/>
              </a:defRPr>
            </a:pPr>
            <a:r>
              <a:t>BA_SCHEDULING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89920" y="17647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Plan 1 small activity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44000" y="2057400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35440" y="208483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5350"/>
                </a:solidFill>
                <a:latin typeface="Calibri"/>
              </a:defRPr>
            </a:pPr>
            <a:r>
              <a:t>BA_GRADED_TASK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89920" y="208483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Build graduated steps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RELAPSE (1)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44000" y="2788920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35440" y="2816351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RELAPSE_PREVENTION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0" y="281635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Coping plan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3291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8D75"/>
                </a:solidFill>
                <a:latin typeface="Calibri"/>
              </a:defRPr>
            </a:pPr>
            <a:r>
              <a:t>POST-SESSION (5)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44000" y="3566159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35440" y="359359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8D75"/>
                </a:solidFill>
                <a:latin typeface="Calibri"/>
              </a:defRPr>
            </a:pPr>
            <a:r>
              <a:t>SCHEMA_CHECK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359359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Find core beliefs (Sess 4+)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144000" y="3886199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5440" y="391363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8D75"/>
                </a:solidFill>
                <a:latin typeface="Calibri"/>
              </a:defRPr>
            </a:pPr>
            <a:r>
              <a:t>DRDT_OUTPUT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789920" y="391363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Generate thought record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0" y="4206239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35440" y="42336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8D75"/>
                </a:solidFill>
                <a:latin typeface="Calibri"/>
              </a:defRPr>
            </a:pPr>
            <a:r>
              <a:t>SESSION_SUMMARY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423367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Patient states takeaways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44000" y="4526279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35440" y="455371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8D75"/>
                </a:solidFill>
                <a:latin typeface="Calibri"/>
              </a:defRPr>
            </a:pPr>
            <a:r>
              <a:t>SESSION_FEEDBACK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789920" y="455371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How did this session feel?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44000" y="4846319"/>
            <a:ext cx="2834640" cy="292608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35440" y="487375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8D75"/>
                </a:solidFill>
                <a:latin typeface="Calibri"/>
              </a:defRPr>
            </a:pPr>
            <a:r>
              <a:t>SESSION_DONE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789920" y="4873751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Save &amp; close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6126480"/>
            <a:ext cx="11430000" cy="5029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Every session: BDI -&gt; Pre-session -&gt; Routing picks a path -&gt; Core therapy -&gt; Post-session closing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17BF5"/>
                </a:solidFill>
                <a:latin typeface="Calibri"/>
              </a:defRPr>
            </a:pPr>
            <a:r>
              <a:t>Example: Session Walkthrough (Moderate Path)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9800"/>
                </a:solidFill>
                <a:latin typeface="Calibri"/>
              </a:defRPr>
            </a:pPr>
            <a:r>
              <a:t>Patient thinks "I'm going to get fired"  |  BDI = 22 (moderate)  |  Session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344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PRE-SESSION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09928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282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BDI_ASSESSMENT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28216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21 items scored -&gt; BDI = 22 (moderate depression)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02536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208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02082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"How have things been since last time?"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95144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13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HOMEWORK_REVIEW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1343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Reviewed last week's thought record attempt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587751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AGENDA_SETTING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06039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"Let's focus on the fear of getting fired"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880359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89864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SEVERITY_ROUTING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898647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BDI = 22 -&gt; routes to COGNITIVE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644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17BF5"/>
                </a:solidFill>
                <a:latin typeface="Calibri"/>
              </a:defRPr>
            </a:pPr>
            <a:r>
              <a:t>AGENT 1: WARM QUESTIONER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57015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57530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575303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"That sounds really heavy. Thank you for sharing."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849623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86791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RATE_BELIEF + EMOTION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867911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Belief: 85%  |  Emotion: Anxiety at 90/100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42231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160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Q1: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160519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For: bad feedback  |  Against: boss praised last project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434840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531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Q2: ALTERNATIVE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453127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"Maybe he wants me to improve, not leave"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727448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74573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Q3: WORST/BEST/REAL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745736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Fired / keeps job / gets another review in a month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020056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0383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Q4: EFFECT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0383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"Can't sleep, avoid my boss"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312664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330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Q5: FRIEND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33095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"One bad review doesn't mean fired"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605272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623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17BF5"/>
                </a:solidFill>
                <a:latin typeface="Calibri"/>
              </a:defRPr>
            </a:pPr>
            <a:r>
              <a:t>Q6: 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623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"Ask boss what to improve"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AGENT 2 + 3: REFRAME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6281928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63002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SUMMARIZING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6300216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Internal: Fortune Telling + Catastrophizing detected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6574536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65928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DELIVER_REFRAME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659282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"One review doesn't define my career" (from patient's own words)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6867144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6885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RERATE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6885432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Belief: 85% -&gt; 40%  |  Anxiety: 90 -&gt; 50  (measurable improvement)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" y="7159752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7178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ACTION_PLAN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71780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Homework: Ask boss for a quick improvement check-in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7543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8D75"/>
                </a:solidFill>
                <a:latin typeface="Calibri"/>
              </a:defRPr>
            </a:pPr>
            <a:r>
              <a:t>POST-SESSION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" y="7836408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78546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DRDT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7854696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Auto-generated thought record worksheet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" y="8129016"/>
            <a:ext cx="10515600" cy="27432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1560" y="81473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68D75"/>
                </a:solidFill>
                <a:latin typeface="Calibri"/>
              </a:defRPr>
            </a:pPr>
            <a:r>
              <a:t>SUMMARY + FEEDBACK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0" y="814730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Patient states takeaways in own words -&gt; session saved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286000" y="8558784"/>
            <a:ext cx="7772400" cy="41148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68880" y="86045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CAF50"/>
                </a:solidFill>
                <a:latin typeface="Calibri"/>
              </a:defRPr>
            </a:pPr>
            <a:r>
              <a:t>Result: Belief dropped 85% -&gt; 40%  |  Anxiety dropped 90 -&gt; 50  |  Homework assigned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417BF5"/>
                </a:solidFill>
                <a:latin typeface="Calibri"/>
              </a:defRPr>
            </a:pPr>
            <a:r>
              <a:t>Alternate Paths: Severe &amp; Recovered Patients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0" cy="50292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5350"/>
                </a:solidFill>
                <a:latin typeface="Calibri"/>
              </a:defRPr>
            </a:pPr>
            <a:r>
              <a:t>SEVERE (BDI &gt;= 29): Behavioral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Too depressed for thought work. Focus on doing, not thinking.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5350"/>
                </a:solidFill>
                <a:latin typeface="Calibri"/>
              </a:defRPr>
            </a:pPr>
            <a:r>
              <a:t>BA_MONITORING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"Walk me through a typical day"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2491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Track what they do + rate Mastery &amp; Pleasure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5350"/>
                </a:solidFill>
                <a:latin typeface="Calibri"/>
              </a:defRPr>
            </a:pPr>
            <a:r>
              <a:t>BA_SCHEDULING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10711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"Let's plan one tiny activity"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667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Specific: 5-min walk, tomorrow, 9am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78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5350"/>
                </a:solidFill>
                <a:latin typeface="Calibri"/>
              </a:defRPr>
            </a:pPr>
            <a:r>
              <a:t>BA_GRADED_TASK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525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"Build up in small steps"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085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Step 1: 5 min -&gt; Step 2: 10 min -&gt; Step 3: 15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0056"/>
            <a:ext cx="4846320" cy="50292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657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5350"/>
                </a:solidFill>
                <a:latin typeface="Calibri"/>
              </a:defRPr>
            </a:pPr>
            <a:r>
              <a:t>Key: "Activity precedes mood change"</a:t>
            </a:r>
            <a:br/>
            <a:r>
              <a:t>Small wins &gt; big goals  (Beck et al., 1979)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280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RECOVERED (BDI &lt; 14, 3+ sessions):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Relapse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11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Patient is getting better - prepare for independence.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1. Celebrate progress ("BDI 35 -&gt; 11, that's huge!")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2. Identify triggers ("What might bring old patterns back?")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3. Build coping plan: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Warning signs: skipping meals, avoiding people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49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Strategies: thought record, walk, call a friend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 Support contacts: friend, hotline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4. Space out sessions (weekly -&gt; monthly check-ins)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7091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5. Normalize setbacks ("They don't erase progress")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5166359"/>
            <a:ext cx="4754880" cy="365760"/>
          </a:xfrm>
          <a:prstGeom prst="round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52120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Goal: Patient can manage on their 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Safety &amp; Crisis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28600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5350"/>
                </a:solidFill>
                <a:latin typeface="Calibri"/>
              </a:defRPr>
            </a:pPr>
            <a:r>
              <a:t>Every message is screened for crisis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BDI Item 9 (Suicidal Thoughts): Score &gt;= 2 triggers immediate crisis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Keyword-based crisis detection on every single chat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Crisis events are flagged in database for admin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Immediate crisis resources returned (hotlines, emergency contacts)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User name + email stored for follow-up by human professionals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Quality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Supervisor agent (8B model) evaluates every therapist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Checks: Collaboration, Guided Discovery, Focus, Warmth, Pacing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Flags safety concerns, fabricated techniques, state violations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  Admin dashboard for monitoring all sessions and crisis flags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17BF5"/>
                </a:solidFill>
                <a:latin typeface="Calibri"/>
              </a:defRPr>
            </a:pPr>
            <a:r>
              <a:t>Academic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A.T., Rush, A.J., Shaw, B.F., &amp; Emery, G. (1979).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Cognitive Therapy of Depression. Guilford 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0370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A.T., Steer, R.A., &amp; Brown, G.K. (1996).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51175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Manual for the Beck Depression Inventory-II. Psychological Corporation.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3580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J.S. (1995). Cognitive Behavior Therapy: Basics and Beyond. Guilford 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J.S. (2020). Cognitive Behavior Therapy: Basics and Beyond, 3rd Edition.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1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    Guilford Press. [Thought Record Worksheet - implemented in prompts.py]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52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Beck, A.T. (1976). Cognitive Therapy and the Emotional Disorders. Penguin.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74336"/>
            <a:ext cx="10698480" cy="1280160"/>
          </a:xfrm>
          <a:prstGeom prst="roundRect">
            <a:avLst/>
          </a:prstGeom>
          <a:solidFill>
            <a:srgbClr val="272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0657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What this means: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77255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Every technique in our app maps directly to a published Beck protocol.</a:t>
            </a:r>
            <a:br/>
            <a:r>
              <a:t>This is not "inspired by CBT" - it is a structured implementation of Beck's specific methods.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CBT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B5F6"/>
                </a:solidFill>
                <a:latin typeface="Calibri"/>
              </a:defRPr>
            </a:pPr>
            <a:r>
              <a:t>Beck's CBT Protocol, Implemented as a 32-State AI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49039"/>
            <a:ext cx="10362895" cy="27432"/>
          </a:xfrm>
          <a:prstGeom prst="rect">
            <a:avLst/>
          </a:prstGeom>
          <a:solidFill>
            <a:srgbClr val="417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BDI-II Assessment  |  6 Socratic Questions  |  Severity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Behavioral Activation  |  Schema Work  |  Thought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Crisis Detection  |  Relapse Prevention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17BF5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